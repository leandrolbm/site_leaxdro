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345"/>
    <a:srgbClr val="232526"/>
    <a:srgbClr val="237A57"/>
    <a:srgbClr val="093028"/>
    <a:srgbClr val="FFFCDC"/>
    <a:srgbClr val="D9A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DDC23-B09A-4975-9103-4A3998F344D8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1A202-0B9D-48C9-B5CC-1C5938F4D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36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1A202-0B9D-48C9-B5CC-1C5938F4DF1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022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1652E-91A0-5D80-48DF-E8288AF85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2A03A3-28A6-92B3-BD16-90E6C6D13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A00CA8-D9D2-235B-E9FD-3890765F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1E772-34F6-0665-0CA5-8895EF0E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4F1AA7-3E7C-6AA8-46E8-B9E5A113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21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66F67-0F77-C7A0-8B81-7874B74B4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F49FCD-CFB5-F66C-DC9A-108C7068E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0E47DA-F11D-2FA2-2814-3237DADE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ACE23C-CEAE-B994-8497-5E158B3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B9A92A-441A-6D5B-0901-9F89F29B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58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1F752-618F-E927-B29D-06534D6D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05F40B-13C7-51AD-5C16-31651EB7D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0A9F8B-D823-8443-48DA-C9026177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51E21-7597-20FF-2504-31D091B1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19D61C-C07F-C4BF-8AE5-7973A884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53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8EBCB-E7FF-61D1-800D-23BB4615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1AEAB-1DED-32F7-DF86-ED81FC6D8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3A10E1-1D2D-1D55-580F-E625E4912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F82B31-C7CB-C8A9-4396-52047345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64B0E2-AE6F-948F-E211-C64BEEBA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A6F8F4-DB43-8E82-C052-2721A480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20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B62EC-3DE1-0ED4-B863-6E3E9A7B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97C6-BB4D-30D1-25D8-26581C476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12DAD4-7943-650C-AD83-7E9A45EE5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63A588-C06D-A762-E4E3-9340AA930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72901D-ED4C-2052-C050-D71B5B03B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04BE127-B0D7-24A5-5344-2DCD65B7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ECB179-01F0-31A3-C8D1-D9106FE7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5F4A390-4BE4-50D4-AE19-A9D0C6BA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27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3051D-511A-ACC5-1AB9-B194B19E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13C704-9AAD-63D7-4C1A-BDF666D1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32D672-FB4B-8938-5CAE-AB64645B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167BC8-06A3-6E35-8F86-81CFB8B4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29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D09EB8-A42A-105D-B567-6CC089B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BF6BA74-3CB8-1C11-2C60-9FA019B1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91712F-3E76-00AE-7BB4-5A5B2796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08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AB693-B607-66FA-1DF9-E6CCB7641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D415F5-79A0-8BE2-565B-017D9A89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519A85-4EB6-39DB-15B8-B6F827C66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904005-584E-D157-DD18-1C3B5A46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AEE18E-DA15-A66D-3A7B-BC58E2CC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43FB57-A0E3-1F1C-BF8A-258ABC60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91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6A347-80D2-9EFC-A49F-742D075E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22E33CA-14FC-1266-7667-52AD45387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1C3ED8-0F1F-2CE3-548C-B524685EB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CC9040-E9D7-8394-8C58-6F86A795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A255B-D20A-8E43-6B37-962BA422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742A1D-1830-74F7-81BB-2A1553F6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54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1D313-CE34-59BC-B488-54557DEF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430722-02ED-045A-6BC5-FF36248E6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63C687-DA86-2113-1C42-30A25E6C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067471-152B-015B-D926-4376FCC7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55D125-9E50-53F1-0D13-E76A2408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57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969A4E-1D1D-5893-B2E9-DB2A528AB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9296F1-EC45-4887-7E74-2363780FD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01BE59-BF19-EBAF-3216-FA14250D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AB8290-571C-3DC5-314E-56A1CD6A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A73C05-DC43-D6B1-4F3D-21A19B52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86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CE7C32-1FA5-42F6-A774-8C81D77C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305B82-756C-A47F-CB9E-94A84438E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C8B116-94E8-7C51-5BDF-DA7B52739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3F76E-88B3-4FC0-9EED-56E3A837C8A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7FE74B-60A1-BB95-7158-E5758A006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FC7B9-0356-1B01-0A32-983EC0C20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80C0D-EB02-46C3-8965-ADA6571CC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67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E40ED-D0C7-126A-4580-9B5F52517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43FFB6-881F-E3F4-491F-DE189ED1BE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CB0AE4-82D4-8ABE-D65E-00E52A44FE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32526"/>
              </a:gs>
              <a:gs pos="100000">
                <a:srgbClr val="414345"/>
              </a:gs>
            </a:gsLst>
            <a:lin ang="16200000" scaled="1"/>
            <a:tileRect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0901DF9-A70F-6F96-7353-D6D79FCA951E}"/>
              </a:ext>
            </a:extLst>
          </p:cNvPr>
          <p:cNvSpPr/>
          <p:nvPr/>
        </p:nvSpPr>
        <p:spPr>
          <a:xfrm>
            <a:off x="609600" y="4424363"/>
            <a:ext cx="1828800" cy="1371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F043629-871B-CB69-8F1A-29FC0DC5D62D}"/>
              </a:ext>
            </a:extLst>
          </p:cNvPr>
          <p:cNvSpPr/>
          <p:nvPr/>
        </p:nvSpPr>
        <p:spPr>
          <a:xfrm>
            <a:off x="9753600" y="4424363"/>
            <a:ext cx="1828800" cy="1371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C36B38C-9C4A-797A-B567-341EE5C267F6}"/>
              </a:ext>
            </a:extLst>
          </p:cNvPr>
          <p:cNvSpPr/>
          <p:nvPr/>
        </p:nvSpPr>
        <p:spPr>
          <a:xfrm>
            <a:off x="1066800" y="2511426"/>
            <a:ext cx="9144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CAD2E31-BAC0-2C3D-A9E1-A08CAC3B8DDE}"/>
              </a:ext>
            </a:extLst>
          </p:cNvPr>
          <p:cNvSpPr/>
          <p:nvPr/>
        </p:nvSpPr>
        <p:spPr>
          <a:xfrm>
            <a:off x="5181600" y="5257800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Máquina</a:t>
            </a:r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 Virtual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4763483-ADAA-B9A9-7F08-C6601121D6AE}"/>
              </a:ext>
            </a:extLst>
          </p:cNvPr>
          <p:cNvSpPr/>
          <p:nvPr/>
        </p:nvSpPr>
        <p:spPr>
          <a:xfrm>
            <a:off x="5638800" y="2511426"/>
            <a:ext cx="9144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B1450D8-9BCE-8CB6-BD17-CF8A4B3FDD0F}"/>
              </a:ext>
            </a:extLst>
          </p:cNvPr>
          <p:cNvSpPr/>
          <p:nvPr/>
        </p:nvSpPr>
        <p:spPr>
          <a:xfrm>
            <a:off x="3810000" y="685800"/>
            <a:ext cx="4572000" cy="4572000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D303D98-9729-A72B-1907-46AB4E53BCEF}"/>
              </a:ext>
            </a:extLst>
          </p:cNvPr>
          <p:cNvSpPr/>
          <p:nvPr/>
        </p:nvSpPr>
        <p:spPr>
          <a:xfrm>
            <a:off x="10210800" y="2511426"/>
            <a:ext cx="9144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3575007-DC76-A45D-069D-52205DD0CA20}"/>
              </a:ext>
            </a:extLst>
          </p:cNvPr>
          <p:cNvSpPr/>
          <p:nvPr/>
        </p:nvSpPr>
        <p:spPr>
          <a:xfrm>
            <a:off x="9753600" y="1624807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Servidor</a:t>
            </a:r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 Local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BAD62DF-2D5A-0579-057B-4E225622A1BB}"/>
              </a:ext>
            </a:extLst>
          </p:cNvPr>
          <p:cNvSpPr/>
          <p:nvPr/>
        </p:nvSpPr>
        <p:spPr>
          <a:xfrm>
            <a:off x="609600" y="1624807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Páginas</a:t>
            </a:r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 Web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744DCEC-AA9F-B9CB-F0DB-0D730A105E13}"/>
              </a:ext>
            </a:extLst>
          </p:cNvPr>
          <p:cNvSpPr/>
          <p:nvPr/>
        </p:nvSpPr>
        <p:spPr>
          <a:xfrm>
            <a:off x="9753600" y="5768182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Máquina</a:t>
            </a:r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 Host</a:t>
            </a: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(Leandro)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CEE4082-2505-6005-05E5-50BC639FFB18}"/>
              </a:ext>
            </a:extLst>
          </p:cNvPr>
          <p:cNvSpPr/>
          <p:nvPr/>
        </p:nvSpPr>
        <p:spPr>
          <a:xfrm>
            <a:off x="609600" y="5768182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Usuários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234F78F-7589-BB7D-D73B-AF24231A44C9}"/>
              </a:ext>
            </a:extLst>
          </p:cNvPr>
          <p:cNvSpPr/>
          <p:nvPr/>
        </p:nvSpPr>
        <p:spPr>
          <a:xfrm>
            <a:off x="5181600" y="3425826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API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E433FAC2-D824-1DE3-7DC9-FA050B496F7C}"/>
              </a:ext>
            </a:extLst>
          </p:cNvPr>
          <p:cNvCxnSpPr>
            <a:cxnSpLocks/>
          </p:cNvCxnSpPr>
          <p:nvPr/>
        </p:nvCxnSpPr>
        <p:spPr>
          <a:xfrm flipV="1">
            <a:off x="10668000" y="3467894"/>
            <a:ext cx="0" cy="914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04772FD0-F66F-D15F-6B65-2AFCDFF36A74}"/>
              </a:ext>
            </a:extLst>
          </p:cNvPr>
          <p:cNvCxnSpPr>
            <a:cxnSpLocks/>
          </p:cNvCxnSpPr>
          <p:nvPr/>
        </p:nvCxnSpPr>
        <p:spPr>
          <a:xfrm flipV="1">
            <a:off x="1515999" y="3467894"/>
            <a:ext cx="0" cy="914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32EA31A0-0BE4-8EDA-EF61-2D6A7252F7CB}"/>
              </a:ext>
            </a:extLst>
          </p:cNvPr>
          <p:cNvCxnSpPr>
            <a:cxnSpLocks/>
          </p:cNvCxnSpPr>
          <p:nvPr/>
        </p:nvCxnSpPr>
        <p:spPr>
          <a:xfrm rot="5400000" flipV="1">
            <a:off x="9296400" y="2305690"/>
            <a:ext cx="0" cy="914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BA681BC-582C-C090-7D40-55C98041816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272588" y="2762889"/>
            <a:ext cx="0" cy="914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DA2E5F1C-9F8B-DF4E-A234-A3BBC9618C2C}"/>
              </a:ext>
            </a:extLst>
          </p:cNvPr>
          <p:cNvCxnSpPr>
            <a:cxnSpLocks/>
          </p:cNvCxnSpPr>
          <p:nvPr/>
        </p:nvCxnSpPr>
        <p:spPr>
          <a:xfrm rot="5400000" flipV="1">
            <a:off x="2895600" y="2740026"/>
            <a:ext cx="0" cy="914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AE64BB54-B7AE-3312-08D0-3237C9B0DD0B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95600" y="2282825"/>
            <a:ext cx="0" cy="914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2F7C880-CA52-9698-021A-FFE0C8814141}"/>
              </a:ext>
            </a:extLst>
          </p:cNvPr>
          <p:cNvSpPr/>
          <p:nvPr/>
        </p:nvSpPr>
        <p:spPr>
          <a:xfrm>
            <a:off x="5638800" y="228600"/>
            <a:ext cx="9144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8CF992E-C539-4842-4586-AE71D6D046A0}"/>
              </a:ext>
            </a:extLst>
          </p:cNvPr>
          <p:cNvSpPr/>
          <p:nvPr/>
        </p:nvSpPr>
        <p:spPr>
          <a:xfrm>
            <a:off x="5181600" y="1122363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Open Sauce One" panose="00000500000000000000" pitchFamily="2" charset="0"/>
              </a:rPr>
              <a:t>Banco de Dados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4391BA1-1F3F-E7B3-7E61-39D442872A62}"/>
              </a:ext>
            </a:extLst>
          </p:cNvPr>
          <p:cNvSpPr/>
          <p:nvPr/>
        </p:nvSpPr>
        <p:spPr>
          <a:xfrm>
            <a:off x="3429000" y="2511426"/>
            <a:ext cx="9144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909FD95E-33F7-B885-B1DD-61402F06267E}"/>
              </a:ext>
            </a:extLst>
          </p:cNvPr>
          <p:cNvSpPr/>
          <p:nvPr/>
        </p:nvSpPr>
        <p:spPr>
          <a:xfrm>
            <a:off x="2971800" y="3425825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Analises</a:t>
            </a:r>
            <a:endParaRPr lang="en-US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3B6677AA-BAF6-AD66-2235-0052A87B571A}"/>
              </a:ext>
            </a:extLst>
          </p:cNvPr>
          <p:cNvSpPr/>
          <p:nvPr/>
        </p:nvSpPr>
        <p:spPr>
          <a:xfrm>
            <a:off x="7848600" y="2511425"/>
            <a:ext cx="9144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C1AE92C8-B3EB-C145-5BAD-A330DB3BF84A}"/>
              </a:ext>
            </a:extLst>
          </p:cNvPr>
          <p:cNvSpPr/>
          <p:nvPr/>
        </p:nvSpPr>
        <p:spPr>
          <a:xfrm>
            <a:off x="7391400" y="3425823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Códigos</a:t>
            </a:r>
            <a:endParaRPr lang="en-US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  <a:p>
            <a:pPr algn="ctr"/>
            <a:r>
              <a:rPr lang="en-US" sz="1000" b="1" dirty="0">
                <a:solidFill>
                  <a:schemeClr val="tx1"/>
                </a:solidFill>
                <a:latin typeface="Open Sauce One" panose="00000500000000000000" pitchFamily="2" charset="0"/>
              </a:rPr>
              <a:t>(HTML CSS JavaScript)</a:t>
            </a:r>
            <a:endParaRPr lang="pt-BR" sz="10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F8B3F285-4DDE-0F3C-DF42-538C3C85D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43" y="4424362"/>
            <a:ext cx="1357711" cy="1357711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F0968644-53A1-6B91-186E-772274C72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58" y="2648585"/>
            <a:ext cx="640080" cy="64008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66F0CD34-5574-55E9-C668-A9FFF957A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335" y="2648585"/>
            <a:ext cx="640080" cy="640080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C418A754-F421-D22F-671A-E11F7FDE19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053" y="2648586"/>
            <a:ext cx="640080" cy="640080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5BC47017-71A8-E1BB-5A9F-574BDC0D32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55" y="365760"/>
            <a:ext cx="640080" cy="64008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9B512708-88D4-FD63-8950-ABBF42936C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426" y="2652555"/>
            <a:ext cx="640080" cy="640080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482F6046-1339-75EB-9F84-256AAC330C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960" y="2648586"/>
            <a:ext cx="640080" cy="640080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44ACC263-E815-0586-0BA5-08BC0B43EE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909" y="4431507"/>
            <a:ext cx="1382183" cy="138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2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Open Sauce One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Mendes</dc:creator>
  <cp:lastModifiedBy>Leandro Mendes</cp:lastModifiedBy>
  <cp:revision>1</cp:revision>
  <dcterms:created xsi:type="dcterms:W3CDTF">2026-04-21T17:44:28Z</dcterms:created>
  <dcterms:modified xsi:type="dcterms:W3CDTF">2026-04-21T17:44:50Z</dcterms:modified>
</cp:coreProperties>
</file>