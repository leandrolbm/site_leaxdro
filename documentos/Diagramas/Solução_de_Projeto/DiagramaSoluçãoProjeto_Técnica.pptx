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92"/>
    <a:srgbClr val="000428"/>
    <a:srgbClr val="A6FFCB"/>
    <a:srgbClr val="12D8FA"/>
    <a:srgbClr val="1FA2FF"/>
    <a:srgbClr val="0083FE"/>
    <a:srgbClr val="00FF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8B7897-6315-07F1-02D6-6B736971D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EC61B0-754C-9371-19FE-0ECE1F393A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0C81D5-ED03-5C60-D20D-1A26175A3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370606-FABB-5303-165C-CF40D79E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B4BC7-3F91-E05B-EA64-8FB094ECD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712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AB07F-9A91-81B1-3628-A8747BAF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04304C-27FE-A0A9-F3F3-9CDC35C14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F1C238-CB8C-FA1B-ADBE-2861753F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789111-AB01-2122-0EF0-2967004D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F30C88-7C72-F93D-9F9D-EE98F8D36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672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38DEB-804A-6C62-5F53-020718AC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972B71-4E69-1CFC-F29F-AD5201E77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086DE5-0F8D-1F17-DA18-015B77E25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363A0D-74C2-4955-DA2B-3F275D215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DC93AE-6F0A-B707-4CAE-1B3ADA30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897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2BEF-DBF9-6858-ECB8-B63C5040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DC00EC-9B2E-B419-E7DB-46FA9FF519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B280EB-39CE-717E-AF22-0F734208D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D980A1-7C7A-D0B7-6DF5-EB773318E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F65777-07D2-22EF-6B0F-0C5F4AA53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CA46AB-0DF2-2F54-B25F-A8BBED06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78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AEBFE-32F9-FAAE-0EEE-9BD662A0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B99743-00D3-F251-0A76-E739A36EC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7F56CF-3DA7-9200-36CD-991B549C0F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DD88014-AFD2-0887-0C54-13FD119DD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7417509-84DE-D409-B287-ACBF5FE3FA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339D0DD-8B5E-1A34-934B-3AF433C35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E3D9158-69F1-429F-A8AF-A28481C7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C7AECA-9879-6B55-57B7-60F238D43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0755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EDDDF0-0A27-C390-C8A9-BB9C9F867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E19415C-B84D-5D55-B466-2FB2D3DCE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E03D1C-F315-6D69-D316-A5B726AD7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D6B800-2072-8803-9D4D-6EB67DED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49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7A2D505-1CEB-165E-9F2B-29C4D593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93343F7-DD73-0566-77DB-D23EDA38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AC1282-3A12-BFF9-0DD5-19BF1F0B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909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C12E0-1AC7-510B-E591-F9D110D3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962BFB-9AF2-E8B0-C4C3-45DEC941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4D84F8-6A0C-39D6-457A-32663D0C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8FA4C1-C712-31AE-9228-751405C9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1CFD40-2ECE-9CAC-EF7A-DA41C4C7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D8F7EF-C154-E4F6-13A6-231CBC83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3697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5DFF3D-F7D8-5406-2D56-D00BDD1F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E0D48C3-D49C-6F20-0A75-37FDB7D49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768DCF-233C-0242-E212-3C5E8E3E2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48DF01-AE46-9879-1E3F-0C32852D8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82E9E9-A505-1E68-A859-A93EA1E5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7418EA-8414-3389-C17B-267543DDE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974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6936A3-4795-3341-1178-F2C95F7F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30974-85F3-A93B-E2E0-226BD3831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257D03-30B8-FDE7-BD3C-8459BF87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4BA9E0-508C-DA66-13E1-BF9FDA9C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A5EBF5-A9E8-A71D-B3A0-E226F1E63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44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3E75D7-B6E0-D829-AAC5-A283AA982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4C23D83-0CFA-8ABE-5140-649CE5802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5950A-B694-C8BD-162C-B0F36317D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35BAE5-F39E-1611-81CD-191DE6657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1EB22B-7902-D6E8-D094-2525C863E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40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C700FC9-FA0A-7B55-0435-5D392C7F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FCC1F4-EE58-CD2F-8BB9-AC6AC1E25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7D13AF-1769-32F9-8DD1-6B05DF42C0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4647-1601-4769-A775-F226BB97B67D}" type="datetimeFigureOut">
              <a:rPr lang="pt-BR" smtClean="0"/>
              <a:t>14/04/2026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DCEA39-52CC-BAD9-FA3A-C6B178FF9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3212EB-9CE9-4355-B6BC-694014E2D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91B71-101D-42DE-B343-3A7A23ABE9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8235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973CE46-40C9-4BE3-74DF-34D0A9B6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00428"/>
              </a:gs>
              <a:gs pos="100000">
                <a:srgbClr val="004E92"/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9B6BCE-9C7B-901F-5A0C-0309D189FC17}"/>
              </a:ext>
            </a:extLst>
          </p:cNvPr>
          <p:cNvSpPr/>
          <p:nvPr/>
        </p:nvSpPr>
        <p:spPr>
          <a:xfrm>
            <a:off x="376236" y="20574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5224C5F-D759-9858-B22F-03D410BD7C0A}"/>
              </a:ext>
            </a:extLst>
          </p:cNvPr>
          <p:cNvSpPr/>
          <p:nvPr/>
        </p:nvSpPr>
        <p:spPr>
          <a:xfrm>
            <a:off x="4948236" y="20574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B39F932-A5E8-E989-3477-B665250CDDD7}"/>
              </a:ext>
            </a:extLst>
          </p:cNvPr>
          <p:cNvSpPr/>
          <p:nvPr/>
        </p:nvSpPr>
        <p:spPr>
          <a:xfrm>
            <a:off x="9520236" y="20574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54BE15C-153D-5621-9A06-39605EA5FBB2}"/>
              </a:ext>
            </a:extLst>
          </p:cNvPr>
          <p:cNvSpPr/>
          <p:nvPr/>
        </p:nvSpPr>
        <p:spPr>
          <a:xfrm>
            <a:off x="9520236" y="48006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05EDA83-BB54-3F77-A689-6F389DA320FE}"/>
              </a:ext>
            </a:extLst>
          </p:cNvPr>
          <p:cNvSpPr/>
          <p:nvPr/>
        </p:nvSpPr>
        <p:spPr>
          <a:xfrm>
            <a:off x="376236" y="48006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E0AB850-1115-5866-0D22-345777A3DC25}"/>
              </a:ext>
            </a:extLst>
          </p:cNvPr>
          <p:cNvSpPr/>
          <p:nvPr/>
        </p:nvSpPr>
        <p:spPr>
          <a:xfrm>
            <a:off x="4948236" y="4800600"/>
            <a:ext cx="2286000" cy="137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0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45D7D7-D6F5-D0D8-D1E1-7A38B0424FC5}"/>
              </a:ext>
            </a:extLst>
          </p:cNvPr>
          <p:cNvSpPr/>
          <p:nvPr/>
        </p:nvSpPr>
        <p:spPr>
          <a:xfrm>
            <a:off x="395286" y="154303"/>
            <a:ext cx="6838950" cy="10287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dirty="0">
                <a:solidFill>
                  <a:schemeClr val="bg1"/>
                </a:solidFill>
                <a:latin typeface="Open Sauce One" panose="00000500000000000000" pitchFamily="2" charset="0"/>
              </a:rPr>
              <a:t>DIAGRAMA SOLUÇÃO DE PROJETO</a:t>
            </a:r>
            <a:endParaRPr lang="pt-BR" sz="25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B1CD6E3-503B-5643-E290-140C8D5A6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03" y="2008540"/>
            <a:ext cx="1486466" cy="148646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4CBDC58-1C45-32D1-D918-731AA6E1033E}"/>
              </a:ext>
            </a:extLst>
          </p:cNvPr>
          <p:cNvSpPr txBox="1"/>
          <p:nvPr/>
        </p:nvSpPr>
        <p:spPr>
          <a:xfrm>
            <a:off x="376236" y="1560197"/>
            <a:ext cx="228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Recebimento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do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Projeto</a:t>
            </a:r>
            <a:endParaRPr lang="en-US" sz="13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e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criação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de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Idéias</a:t>
            </a:r>
            <a:endParaRPr lang="pt-BR" sz="13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61290A8-B44C-21EB-B406-529FE0FC8D7B}"/>
              </a:ext>
            </a:extLst>
          </p:cNvPr>
          <p:cNvSpPr txBox="1"/>
          <p:nvPr/>
        </p:nvSpPr>
        <p:spPr>
          <a:xfrm>
            <a:off x="4948236" y="1560196"/>
            <a:ext cx="228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Documentação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e</a:t>
            </a:r>
          </a:p>
          <a:p>
            <a:pPr algn="ctr"/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Protótipo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Site</a:t>
            </a:r>
            <a:endParaRPr lang="pt-BR" sz="13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CC743B5-308B-12B0-F408-F0A757F74B82}"/>
              </a:ext>
            </a:extLst>
          </p:cNvPr>
          <p:cNvSpPr txBox="1"/>
          <p:nvPr/>
        </p:nvSpPr>
        <p:spPr>
          <a:xfrm>
            <a:off x="9520236" y="1546291"/>
            <a:ext cx="228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Dashboard</a:t>
            </a:r>
            <a:r>
              <a:rPr lang="pt-BR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e </a:t>
            </a:r>
          </a:p>
          <a:p>
            <a:pPr algn="ctr"/>
            <a:r>
              <a:rPr lang="pt-BR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Criação de Sites</a:t>
            </a:r>
            <a:endParaRPr lang="en-US" sz="13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5EFEDE-809E-6777-5349-B74EB5E24CDE}"/>
              </a:ext>
            </a:extLst>
          </p:cNvPr>
          <p:cNvSpPr txBox="1"/>
          <p:nvPr/>
        </p:nvSpPr>
        <p:spPr>
          <a:xfrm>
            <a:off x="9520236" y="4307779"/>
            <a:ext cx="228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Banco de Dados e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Utilização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de API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2B698A1-3E41-EB24-BA06-4F4D74376025}"/>
              </a:ext>
            </a:extLst>
          </p:cNvPr>
          <p:cNvSpPr txBox="1"/>
          <p:nvPr/>
        </p:nvSpPr>
        <p:spPr>
          <a:xfrm>
            <a:off x="4948236" y="4407806"/>
            <a:ext cx="2286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Virtualização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de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Maquina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635A9C9-5B7A-3512-F67B-834396E03BAF}"/>
              </a:ext>
            </a:extLst>
          </p:cNvPr>
          <p:cNvSpPr txBox="1"/>
          <p:nvPr/>
        </p:nvSpPr>
        <p:spPr>
          <a:xfrm>
            <a:off x="376236" y="4303397"/>
            <a:ext cx="228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Finalização</a:t>
            </a:r>
            <a:r>
              <a:rPr lang="en-US" sz="1300" b="1" dirty="0">
                <a:solidFill>
                  <a:schemeClr val="bg1"/>
                </a:solidFill>
                <a:latin typeface="Open Sauce One" panose="00000500000000000000" pitchFamily="2" charset="0"/>
              </a:rPr>
              <a:t> e </a:t>
            </a:r>
            <a:r>
              <a:rPr lang="en-US" sz="13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Apresentação</a:t>
            </a:r>
            <a:endParaRPr lang="en-US" sz="13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FAAB2357-534D-8CFE-103F-D8404DE58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56" y="2063593"/>
            <a:ext cx="1376361" cy="137636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95D1A308-4A14-53F9-DFC3-BB79A1247B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055" y="2052639"/>
            <a:ext cx="1376361" cy="1376361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7903BF07-C3C1-6D20-8D20-450727C31E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817" y="4804168"/>
            <a:ext cx="1371599" cy="137159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2DC4FA3F-6B5A-909F-E936-F79826D43A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056" y="4804168"/>
            <a:ext cx="1371599" cy="1371599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F2E829-7EC4-4C7E-9F91-69C7E5B3A7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84" y="4807742"/>
            <a:ext cx="1357310" cy="1357310"/>
          </a:xfrm>
          <a:prstGeom prst="rect">
            <a:avLst/>
          </a:prstGeom>
        </p:spPr>
      </p:pic>
      <p:sp>
        <p:nvSpPr>
          <p:cNvPr id="31" name="Retângulo 30">
            <a:extLst>
              <a:ext uri="{FF2B5EF4-FFF2-40B4-BE49-F238E27FC236}">
                <a16:creationId xmlns:a16="http://schemas.microsoft.com/office/drawing/2014/main" id="{818369F3-57F1-86FD-26D4-0CA58FFC81D2}"/>
              </a:ext>
            </a:extLst>
          </p:cNvPr>
          <p:cNvSpPr/>
          <p:nvPr/>
        </p:nvSpPr>
        <p:spPr>
          <a:xfrm>
            <a:off x="7701102" y="167883"/>
            <a:ext cx="4105134" cy="1028700"/>
          </a:xfrm>
          <a:prstGeom prst="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Cada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parte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do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diagrama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representa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1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semana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ou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7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dias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,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totalizando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42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dias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para à completa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finalização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do </a:t>
            </a:r>
            <a:r>
              <a:rPr lang="en-US" sz="1200" b="1" dirty="0" err="1">
                <a:solidFill>
                  <a:schemeClr val="bg1"/>
                </a:solidFill>
                <a:latin typeface="Open Sauce One" panose="00000500000000000000" pitchFamily="2" charset="0"/>
              </a:rPr>
              <a:t>projeto</a:t>
            </a:r>
            <a:r>
              <a:rPr lang="en-US" sz="1200" b="1" dirty="0">
                <a:solidFill>
                  <a:schemeClr val="bg1"/>
                </a:solidFill>
                <a:latin typeface="Open Sauce One" panose="00000500000000000000" pitchFamily="2" charset="0"/>
              </a:rPr>
              <a:t> individual.</a:t>
            </a:r>
            <a:endParaRPr lang="pt-BR" sz="1200" b="1" dirty="0">
              <a:solidFill>
                <a:schemeClr val="bg1"/>
              </a:solidFill>
              <a:latin typeface="Open Sauce One" panose="00000500000000000000" pitchFamily="2" charset="0"/>
            </a:endParaRPr>
          </a:p>
        </p:txBody>
      </p:sp>
      <p:sp>
        <p:nvSpPr>
          <p:cNvPr id="32" name="Seta: para a Direita 31">
            <a:extLst>
              <a:ext uri="{FF2B5EF4-FFF2-40B4-BE49-F238E27FC236}">
                <a16:creationId xmlns:a16="http://schemas.microsoft.com/office/drawing/2014/main" id="{5377E861-CF46-ECDE-BA80-75854746AFF4}"/>
              </a:ext>
            </a:extLst>
          </p:cNvPr>
          <p:cNvSpPr/>
          <p:nvPr/>
        </p:nvSpPr>
        <p:spPr>
          <a:xfrm>
            <a:off x="2943223" y="2431256"/>
            <a:ext cx="1724025" cy="619125"/>
          </a:xfrm>
          <a:prstGeom prst="right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85AB212E-C448-CA92-B99E-C33EBF3E2040}"/>
              </a:ext>
            </a:extLst>
          </p:cNvPr>
          <p:cNvSpPr/>
          <p:nvPr/>
        </p:nvSpPr>
        <p:spPr>
          <a:xfrm>
            <a:off x="7515223" y="2431255"/>
            <a:ext cx="1724025" cy="619125"/>
          </a:xfrm>
          <a:prstGeom prst="right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CD7FFFFD-BB73-AF65-0BAB-648D5F067F53}"/>
              </a:ext>
            </a:extLst>
          </p:cNvPr>
          <p:cNvSpPr/>
          <p:nvPr/>
        </p:nvSpPr>
        <p:spPr>
          <a:xfrm rot="10800000">
            <a:off x="7515223" y="5172072"/>
            <a:ext cx="1724025" cy="619125"/>
          </a:xfrm>
          <a:prstGeom prst="right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419CBDBC-D45D-00CE-5A3B-A7F4BC9C61D7}"/>
              </a:ext>
            </a:extLst>
          </p:cNvPr>
          <p:cNvSpPr/>
          <p:nvPr/>
        </p:nvSpPr>
        <p:spPr>
          <a:xfrm rot="10800000">
            <a:off x="2938462" y="5172072"/>
            <a:ext cx="1724025" cy="619125"/>
          </a:xfrm>
          <a:prstGeom prst="right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FF81D1F2-16BA-621E-0069-3B94B69BC1D7}"/>
              </a:ext>
            </a:extLst>
          </p:cNvPr>
          <p:cNvSpPr/>
          <p:nvPr/>
        </p:nvSpPr>
        <p:spPr>
          <a:xfrm rot="5400000">
            <a:off x="10319987" y="3610584"/>
            <a:ext cx="686495" cy="619125"/>
          </a:xfrm>
          <a:prstGeom prst="right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A7A7CC6-48B7-1E3D-B4AB-44CAF44B4B3A}"/>
              </a:ext>
            </a:extLst>
          </p:cNvPr>
          <p:cNvSpPr/>
          <p:nvPr/>
        </p:nvSpPr>
        <p:spPr>
          <a:xfrm>
            <a:off x="833436" y="3442001"/>
            <a:ext cx="13716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Início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65D98B6-D6A6-C7B8-9389-05C0B1F896CC}"/>
              </a:ext>
            </a:extLst>
          </p:cNvPr>
          <p:cNvSpPr/>
          <p:nvPr/>
        </p:nvSpPr>
        <p:spPr>
          <a:xfrm>
            <a:off x="826294" y="6179342"/>
            <a:ext cx="1371600" cy="4572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1"/>
                </a:solidFill>
                <a:latin typeface="Open Sauce One" panose="00000500000000000000" pitchFamily="2" charset="0"/>
              </a:rPr>
              <a:t>Término</a:t>
            </a:r>
            <a:endParaRPr lang="pt-BR" sz="1500" b="1" dirty="0">
              <a:solidFill>
                <a:schemeClr val="tx1"/>
              </a:solidFill>
              <a:latin typeface="Open Sauce One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7455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Sauce One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Mendes</dc:creator>
  <cp:lastModifiedBy>Leandro Mendes</cp:lastModifiedBy>
  <cp:revision>1</cp:revision>
  <dcterms:created xsi:type="dcterms:W3CDTF">2026-04-15T01:21:38Z</dcterms:created>
  <dcterms:modified xsi:type="dcterms:W3CDTF">2026-04-15T01:22:24Z</dcterms:modified>
</cp:coreProperties>
</file>